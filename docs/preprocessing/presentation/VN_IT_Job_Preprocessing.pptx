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Chào thầy cô và các bạn. Hôm nay nhóm em xin trình bày về Kiến trúc Tiền xử lý Dữ liệu Đa nguồn cho đề tài Phân tích thị trường việc làm IT tại Việt Nam. Trọng tâm của bài báo cáo là phương pháp luận khoa học và giải pháp kỹ thuật để chuyển đổi 10.456 bài đăng thô từ 8 sàn công nghệ lớn thành Bộ Dữ Liệu Vàng 8.959 bản ghi đạt chuẩn 100% PURE JSON RFC 8259.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Khi tiếp cận dữ liệu việc làm thực tế tại Việt Nam, thách thức lớn nhất không phải là cào dữ liệu, mà là 'bệnh án' của dữ liệu thô. 65% bài đăng ghi lương thỏa thuận nhưng thực chất nhà tuyển dụng đã viết mức lương trong phần mô tả. Ngoài ra, các giá trị null giả mạo như số 0, chuỗi 'thỏa thuận' và lỗi bóc nhầm số điện thoại liên hệ thành lương hàng trăm triệu đòi hỏi một quy trình xử lý cực kỳ chặt chẽ.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Hệ thống tiền xử lý được thiết kế theo 5 giai đoạn liên hoàn: Giai đoạn 1 tích hợp cấu trúc, Giai đoạn 2 chuyển hóa định dạng &amp; Cascade regex, Giai đoạn 3 xử lý khuyết thiếu và ngoại lai thống kê, Giai đoạn 4 chuẩn hóa sâu &amp; khử trùng lặp thực thể, và Giai đoạn 4.5 ứng dụng Gemini All-in-One với cơ chế 2-Tier Decision Gate thông minh, bảo toàn Ground-Truth Realism.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Ở giai đoạn 1, chúng em đối mặt với 8 cấu trúc JSON khác nhau: TopDev trả API phân cấp, CareerViet nhét mọi thứ vào bảng detail-box, còn Glints và ITViec giấu lương trong thẻ JSON-LD. Chúng em xây dựng thuật toán ép phẳng đệ quy để đưa toàn bộ 10.024 bản ghi về cấu trúc phẳng có khóa định danh duy nhất toàn cầu job_id_global.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Cascade Salary Parser là một điểm sáng tạo kỹ thuật nổi bật của nhóm. Thay vì chấp nhận bỏ qua 65% tin lương thỏa thuận, hệ thống sẽ kích hoạt bộ quét regex thông minh trên văn bản mô tả để tìm các cụm từ như 'Mức lương từ 20 đến 35 triệu' hoặc 'Thu nhập lên đến 500 triệu/năm'. Nhờ đó, tỷ lệ bài đăng có lương tăng vọt từ 35% lên gần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Thị trường IT có nhiều công ty đa quốc gia trả lương bằng USD và SGD. Để đưa về cùng một mặt bằng so sánh định lượng, nhóm áp dụng tỷ giá cố định 25.400 cho USD và gọi API Frankfurter lấy tỷ giá lịch sử cho SGD theo đúng ngày đăng tin. Toàn bộ giá trị gốc và loại tiền tệ gốc vẫn được lưu vết độc lập để đảm bảo tính minh bạch khoa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Một trong những lỗi kinh điển khi tiền xử lý là nhầm lẫn giữa Missing At Random và Missing Not At Random. Lương thỏa thuận là hành vi có chủ đích của nhà tuyển dụng. Nếu ta dại dột điền Mean hoặc Median vào đây, phân phối lương sẽ bị biến dạng hoàn toàn. Nhóm bóc trần toàn bộ các null giả mạo và bảo vệ cờ is_negotiable =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Tại sao chúng em KHÔNG XÓA DÒNG khi gặp outlier? Vì phương pháp luận khoa học đòi hỏi phải tìm hiểu TẠI SAO nó là outlier:
1. Nếu lương cao: Thường là Senior, Tech Lead, Solution Architect hoặc công ty FDI trả ngoại tệ. Đây là dữ liệu thực tế rất quý phản ánh đỉnh trần SD2.
2. Nếu lương thấp: Là trợ cấp Intern 2-4 triệu hoặc part-time sinh viên, phản ánh đúng dữ liệu nhập môn SD4.
3. Nếu là tin rác bóc nhầm SĐT: Bộ Heuristic Scrubber sẽ reset lương về null và bật cờ is_negotiable chứ vẫn không xóa dòng, vì bài đăng đó vẫn chứa đầy đủ danh mục Hard Skills.
Áp dụng Winsorization P1-P99 giúp khống chế phương sai mà bảo toàn 100% bản 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Đây là minh chứng rõ nhất cho việc Data Mining hiện đại không phải đường thẳng một chiều. Khi kiểm tra ngoại lai, chúng em phát hiện có những tin ghi 'Liên hệ Ms Khánh Lương SĐT 0243...' bị bóc nhầm thành lương 243 triệu. Nhóm đã kích hoạt vòng lặp hồi quy, viết bộ lọc Heuristic Scrubber để triệt tiêu toàn bộ lỗi này trước khi đưa vào tính toán thống kê.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Ở Bước 4, hệ thống giải quyết triệt để bài toán trùng lặp xuyên sàn. Để không phải tính toán 50 triệu cặp, chúng em dùng Blocking gom cụm công ty và địa phương, sau đó đo Cosine Similarity ngưỡng 0.82. Kết quả là gộp thành công 1.136 bài trùng trong 768 cụm và loại bỏ 361 tin rác stub JD.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Giai đoạn 4.5 là bước đột phá AI với cơ chế 2-Tier Decision Gate. Để không lãng phí token cho 10.000 bài, Tier 1 Heuristic quét từ khóa trước. Chỉ khi bài viết bằng tiếng Anh cần dịch thuật hoặc không bóc được kỹ năng thì Gemini mới được kích hoạt. Đi kèm là CheckpointStore giúp tiến trình bền bỉ chạy tiếp bất cứ lúc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Chúng em đề cao nguyên tắc Ground-Truth Realism: nếu một bài đăng thực sự là lương thỏa thuận, hệ thống sẽ bảo toàn null kèm cờ is_salary_negotiable = True, chứ không bịa đặt số lương giả mạo. Đồng thời, Market Anchor Calculator 4 cấp đảm bảo mọi dự đoán đều nằm vững chắc trong biên độ trung vị thực tế của thị trường.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Sau khi qua TargetSchemaFormatter, bộ dữ liệu đã được lột xác hoàn toàn: không còn bất kỳ cột thô mang tiền tố raw_, không còn các cờ kỹ thuật phục vụ debug. Toàn bộ 8.959 bản ghi đều chuẩn xác 11 khóa ở root level, cấu trúc lồng nhau được tinh giản gọn gàng, sẵn sàng nạp ngay vào DuckDB, Pandas hoặc các mô hình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Tính khoa học của đề tài được khẳng định qua Suite kiểm định QA tự động 5/5 PASSED. Chúng em kiểm tra khắt khe chuẩn RFC 8259: không cho phép bất kỳ hằng số NaN nào tồn tại trong JSON. Dòng dõi dữ liệu từ 10.456 bản ghi thô kế thừa chuẩn xác sang 8.959 bản ghi Golden Master, đảm bảo tính toàn vẹn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Bảng đối chiếu trước và sau tiền xử lý chứng minh hiệu quả toàn diện: từ 10.456 bài thô ban đầu, hệ thống đã tinh gọn về 8.959 bài độc bản, độ lệch phân phối lương Skewness từ 4.01 được đưa về -0.66 gần đối xứng chuẩn, độ phủ kinh nghiệm đạt 100% và 8.621 bài có học vấn chuẩn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Tóm lại, giai đoạn Preprocessing đã hoàn thành trọn vẹn sứ mệnh của mình: biến một tập dữ liệu thô hỗn loạn thành Bộ Dữ Liệu Vàng chuẩn mực cao, mở toang cánh cửa cho giai đoạn khai phá luật kết hợp FP-Growth và phân cụm kỹ năng ở các mục tiêu SD2 đến SD5 tiếp theo. Nhóm em xin chân thành cảm ơn thầy cô và rất mong nhận được những câu hỏi phản biện 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KIẾN TRÚC TIỀN XỬ LÝ DỮ LIỆU ĐA NGUỒN &amp; XÂY DỰNG BỘ DỮ LIỆU VÀNG</dc:title>
  <dc:subject>PptxGenJS Presentation</dc:subject>
  <dc:creator>Created by Marp</dc:creator>
  <cp:lastModifiedBy>Created by Marp</cp:lastModifiedBy>
  <cp:revision>1</cp:revision>
  <dcterms:created xsi:type="dcterms:W3CDTF">2026-10-27T10:50:01Z</dcterms:created>
  <dcterms:modified xsi:type="dcterms:W3CDTF">2026-10-27T10:50:01Z</dcterms:modified>
</cp:coreProperties>
</file>